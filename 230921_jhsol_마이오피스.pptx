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5" r:id="rId4"/>
    <p:sldId id="271" r:id="rId5"/>
    <p:sldId id="267" r:id="rId6"/>
    <p:sldId id="266" r:id="rId7"/>
    <p:sldId id="268" r:id="rId8"/>
    <p:sldId id="269" r:id="rId9"/>
    <p:sldId id="270" r:id="rId10"/>
    <p:sldId id="26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6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4" autoAdjust="0"/>
    <p:restoredTop sz="94660"/>
  </p:normalViewPr>
  <p:slideViewPr>
    <p:cSldViewPr snapToGrid="0">
      <p:cViewPr varScale="1">
        <p:scale>
          <a:sx n="90" d="100"/>
          <a:sy n="90" d="100"/>
        </p:scale>
        <p:origin x="11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C6B336-22B6-0BB0-C79F-9A21007C75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0B6F97-A42C-D2A3-55FF-00E880F73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8F5645-E7BA-F226-8A70-A25B1FFF2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CB6F-875B-4CA9-9B08-0B4D6D90E067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8905BF-ED2D-5F90-66F4-979BAC549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E2AB90-B80A-0A9B-2B24-AE86C616B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970E6-E05D-447E-81C6-698201C0A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675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A4D22E-51E4-AF14-059B-0DB42A7E0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7C1544-6DF4-52BF-B625-1276EB22F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A23287-87E8-9E50-2896-47C1B7C9E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CB6F-875B-4CA9-9B08-0B4D6D90E067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C8A513-2D48-C3A4-B2E8-D007B276A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09DA25-ADF9-896C-FE31-56A047992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970E6-E05D-447E-81C6-698201C0A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833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739846-338E-BA5E-9597-409D668AB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72D6B4-290D-23D6-CE14-0742B97B8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59BE22-939D-B614-E53F-5B2330189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CB6F-875B-4CA9-9B08-0B4D6D90E067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6A9CDF-C0A0-D828-C815-54100CF20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C582BE-6434-589A-0F4D-BB4156592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970E6-E05D-447E-81C6-698201C0A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45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66F4B-81A8-AAAC-4B86-16AD46F05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CDCB1E-9141-09CD-BB5A-94DD00583B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8DD1AB-4831-6139-3369-5E7281570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59CCF3-BD2D-976B-C4F8-747E20268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CB6F-875B-4CA9-9B08-0B4D6D90E067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D5E55D-5970-EDF1-19BA-ACF7D21AF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FC4FF2-A0AA-0FDF-A725-791043C57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970E6-E05D-447E-81C6-698201C0A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205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DFEB7-F875-5F77-D0EC-7E80CE6FE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5D3D43-8574-985E-39A6-65BBB45A3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D9532B-A3F8-7092-87A0-004040536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29F9EC-B79B-59B1-E7AF-C82336B397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134647-696C-8E44-542F-E90C947B29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6B22E98-920A-37F6-B47C-900E3FF04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CB6F-875B-4CA9-9B08-0B4D6D90E067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86BEF66-821D-B465-28C4-F0E630D17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345C8BF-3570-1154-6361-3BA1A9124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970E6-E05D-447E-81C6-698201C0A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390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E10F0F-B0F8-95AB-2CD8-BA4378D4D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31CDCD-EB75-B0A9-3D38-2557EE7CB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CB6F-875B-4CA9-9B08-0B4D6D90E067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D2EE5D-305A-4A9E-396D-C5F7E8190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CB39ED-9773-BB49-B7C0-017B48099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970E6-E05D-447E-81C6-698201C0A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749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D712169-1115-A165-9860-8BBA91109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CB6F-875B-4CA9-9B08-0B4D6D90E067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E2D0042-1E10-67D9-4A13-F79AF69EA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428418-013E-A22A-5F8C-2AC414223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970E6-E05D-447E-81C6-698201C0A5B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2EA0153-F32A-99DE-B85F-45BEC76B023C}"/>
              </a:ext>
            </a:extLst>
          </p:cNvPr>
          <p:cNvSpPr/>
          <p:nvPr userDrawn="1"/>
        </p:nvSpPr>
        <p:spPr>
          <a:xfrm>
            <a:off x="9315450" y="1"/>
            <a:ext cx="2876550" cy="3429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B506B9-7068-C8E3-5B0E-B6494E518C6A}"/>
              </a:ext>
            </a:extLst>
          </p:cNvPr>
          <p:cNvSpPr txBox="1"/>
          <p:nvPr userDrawn="1"/>
        </p:nvSpPr>
        <p:spPr>
          <a:xfrm>
            <a:off x="9315450" y="0"/>
            <a:ext cx="2876549" cy="24622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000" b="1"/>
              <a:t>수정요청사항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95EA289-2FAD-47CD-9835-911B2CCDD90D}"/>
              </a:ext>
            </a:extLst>
          </p:cNvPr>
          <p:cNvSpPr/>
          <p:nvPr userDrawn="1"/>
        </p:nvSpPr>
        <p:spPr>
          <a:xfrm>
            <a:off x="9315449" y="3429001"/>
            <a:ext cx="2876550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C4C770-CF59-DD0E-8C12-AC2F31C808B8}"/>
              </a:ext>
            </a:extLst>
          </p:cNvPr>
          <p:cNvSpPr txBox="1"/>
          <p:nvPr userDrawn="1"/>
        </p:nvSpPr>
        <p:spPr>
          <a:xfrm>
            <a:off x="9315449" y="3429000"/>
            <a:ext cx="2876549" cy="2462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000" b="1"/>
              <a:t>개발요청사항</a:t>
            </a:r>
          </a:p>
        </p:txBody>
      </p:sp>
    </p:spTree>
    <p:extLst>
      <p:ext uri="{BB962C8B-B14F-4D97-AF65-F5344CB8AC3E}">
        <p14:creationId xmlns:p14="http://schemas.microsoft.com/office/powerpoint/2010/main" val="972733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39B287-8B7B-2DE4-01C6-95CF00864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734D46-2C9D-85AE-9FED-21677C725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DD71E2-37FA-E6AE-994D-72C280D6C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D36FE0-C64F-BA61-9866-922C505D1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CB6F-875B-4CA9-9B08-0B4D6D90E067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287FF8-2733-73E3-8CEC-5E51F333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2A038F-3FCC-266A-6BF2-14563B275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970E6-E05D-447E-81C6-698201C0A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90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3FED6-241B-1345-AAB3-7BDA52D16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9614E-6682-71E2-743E-1001B48D9D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797421-305F-E445-4810-17482DFA52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C60933-2512-2C51-3772-B689BAD14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CB6F-875B-4CA9-9B08-0B4D6D90E067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C7D119-A3E3-B17F-4196-E8BC9D586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2FF304-0C28-B545-2AFC-FE9B30147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970E6-E05D-447E-81C6-698201C0A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271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4D1C34-CDF0-EF23-732E-95ACEDC62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DA2609-C67A-6421-6257-577A67A9E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658F06-12E7-D8C8-03E0-AE83EE58C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CB6F-875B-4CA9-9B08-0B4D6D90E067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780DF2-AF5B-FDFF-95A1-2386D1FA6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930DDA-3049-E781-478B-41C39C973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970E6-E05D-447E-81C6-698201C0A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579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A80E115-7D71-214F-ADF2-DEE58FFBBC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354A8B5-DE36-9F08-8224-EFAB3CCEC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5D8AA7-C4CC-CD02-7CF9-808BA38F6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CB6F-875B-4CA9-9B08-0B4D6D90E067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85C765-9DE5-65BF-2AB6-72F2554D0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9A08ED-6C41-0736-E9B1-8A82B82FA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970E6-E05D-447E-81C6-698201C0A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839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770768-69C6-4DC6-FBC5-939336D5D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4E11FE-B793-74D7-F657-67D72F095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9EEF2D-1603-2558-406E-5E40A1E190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8CB6F-875B-4CA9-9B08-0B4D6D90E067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F8733C-FECB-4AC1-B679-DF941385FE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6DD92E-A5D2-9F6D-8994-2EDCFA4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3970E6-E05D-447E-81C6-698201C0A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580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ns2.daonidc.com/" TargetMode="External"/><Relationship Id="rId2" Type="http://schemas.openxmlformats.org/officeDocument/2006/relationships/hyperlink" Target="http://ns1.daonidc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05D2148-ADF0-0842-8BC3-3EF79B275DF8}"/>
              </a:ext>
            </a:extLst>
          </p:cNvPr>
          <p:cNvSpPr/>
          <p:nvPr/>
        </p:nvSpPr>
        <p:spPr>
          <a:xfrm>
            <a:off x="0" y="0"/>
            <a:ext cx="12192000" cy="36933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▶ </a:t>
            </a:r>
            <a:r>
              <a:rPr lang="ko-KR" altLang="en-US" sz="1300" b="1" dirty="0"/>
              <a:t>업체명 </a:t>
            </a:r>
            <a:r>
              <a:rPr lang="en-US" altLang="ko-KR" sz="1300" b="1"/>
              <a:t>: JH</a:t>
            </a:r>
            <a:r>
              <a:rPr lang="ko-KR" altLang="en-US" sz="1300" b="1"/>
              <a:t>솔루션</a:t>
            </a:r>
            <a:r>
              <a:rPr lang="en-US" altLang="ko-KR" sz="1300" b="1"/>
              <a:t>(</a:t>
            </a:r>
            <a:r>
              <a:rPr lang="en-US" altLang="ko-KR" sz="1300" b="1" err="1"/>
              <a:t>bw</a:t>
            </a:r>
            <a:r>
              <a:rPr lang="en-US" altLang="ko-KR" sz="1300" b="1"/>
              <a:t>_ jhsol)  </a:t>
            </a:r>
            <a:r>
              <a:rPr lang="en-US" altLang="ko-KR" sz="1300">
                <a:solidFill>
                  <a:schemeClr val="bg1"/>
                </a:solidFill>
              </a:rPr>
              <a:t>▶ </a:t>
            </a:r>
            <a:r>
              <a:rPr lang="ko-KR" altLang="en-US" sz="1300">
                <a:solidFill>
                  <a:schemeClr val="bg1"/>
                </a:solidFill>
              </a:rPr>
              <a:t>작업종료일 </a:t>
            </a:r>
            <a:r>
              <a:rPr lang="en-US" altLang="ko-KR" sz="1300">
                <a:solidFill>
                  <a:schemeClr val="bg1"/>
                </a:solidFill>
              </a:rPr>
              <a:t>: </a:t>
            </a:r>
            <a:r>
              <a:rPr lang="en-US" altLang="ko-KR" sz="1300">
                <a:solidFill>
                  <a:srgbClr val="FFFF00"/>
                </a:solidFill>
              </a:rPr>
              <a:t>2023-09-25(</a:t>
            </a:r>
            <a:r>
              <a:rPr lang="ko-KR" altLang="en-US" sz="1300">
                <a:solidFill>
                  <a:srgbClr val="FFFF00"/>
                </a:solidFill>
              </a:rPr>
              <a:t>월</a:t>
            </a:r>
            <a:r>
              <a:rPr lang="en-US" altLang="ko-KR" sz="1300">
                <a:solidFill>
                  <a:srgbClr val="FFFF00"/>
                </a:solidFill>
              </a:rPr>
              <a:t>) </a:t>
            </a:r>
            <a:r>
              <a:rPr lang="ko-KR" altLang="en-US" sz="1300">
                <a:solidFill>
                  <a:schemeClr val="bg1"/>
                </a:solidFill>
              </a:rPr>
              <a:t>오픈</a:t>
            </a:r>
            <a:endParaRPr lang="en-US" altLang="ko-KR" sz="13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55E11F-CC7B-564E-ABD5-A26D44F457D5}"/>
              </a:ext>
            </a:extLst>
          </p:cNvPr>
          <p:cNvSpPr txBox="1"/>
          <p:nvPr/>
        </p:nvSpPr>
        <p:spPr>
          <a:xfrm>
            <a:off x="210313" y="1307508"/>
            <a:ext cx="6102055" cy="28315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/>
              <a:t>DB : 136</a:t>
            </a:r>
            <a:endParaRPr lang="en-US" altLang="ko-KR" dirty="0"/>
          </a:p>
          <a:p>
            <a:r>
              <a:rPr lang="en-US" altLang="ko-KR"/>
              <a:t>DB</a:t>
            </a:r>
            <a:r>
              <a:rPr lang="ko-KR" altLang="en-US"/>
              <a:t>명</a:t>
            </a:r>
            <a:r>
              <a:rPr lang="en-US" altLang="ko-KR"/>
              <a:t> : jhsol</a:t>
            </a:r>
            <a:endParaRPr lang="en-US" altLang="ko-KR" sz="1800"/>
          </a:p>
          <a:p>
            <a:r>
              <a:rPr lang="en-US" altLang="ko-KR"/>
              <a:t>WEB</a:t>
            </a:r>
            <a:r>
              <a:rPr lang="ko-KR" altLang="en-US"/>
              <a:t> </a:t>
            </a:r>
            <a:r>
              <a:rPr lang="en-US" altLang="ko-KR"/>
              <a:t>: (116)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sz="1300" dirty="0"/>
              <a:t>네임서버</a:t>
            </a:r>
            <a:br>
              <a:rPr lang="en-US" altLang="ko-KR" sz="1300" dirty="0"/>
            </a:br>
            <a:r>
              <a:rPr lang="en-US" altLang="ko-KR" sz="1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ko-KR" altLang="en-US" sz="1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차 </a:t>
            </a:r>
            <a:r>
              <a:rPr lang="en-US" altLang="ko-KR" sz="1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altLang="ko-KR" sz="1300" b="0" i="0" u="sng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2"/>
              </a:rPr>
              <a:t>NS1.DAONIDC.COM</a:t>
            </a:r>
            <a:r>
              <a:rPr lang="en-US" altLang="ko-KR" sz="1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r>
              <a:rPr lang="en-US" altLang="ko-KR" sz="1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ko-KR" altLang="en-US" sz="1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차 </a:t>
            </a:r>
            <a:r>
              <a:rPr lang="en-US" altLang="ko-KR" sz="1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altLang="ko-KR" sz="1300" b="0" i="0" u="sng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NS2.DAONIDC.COM</a:t>
            </a:r>
            <a:endParaRPr lang="en-US" altLang="ko-KR" sz="1300" b="0" i="0" u="sng" dirty="0">
              <a:solidFill>
                <a:srgbClr val="1155CC"/>
              </a:solidFill>
              <a:effectLst/>
              <a:latin typeface="Arial" panose="020B0604020202020204" pitchFamily="34" charset="0"/>
            </a:endParaRPr>
          </a:p>
          <a:p>
            <a:endParaRPr lang="en-US" altLang="ko-KR" sz="1300" u="sng" dirty="0">
              <a:solidFill>
                <a:srgbClr val="1155CC"/>
              </a:solidFill>
              <a:latin typeface="Arial" panose="020B0604020202020204" pitchFamily="34" charset="0"/>
            </a:endParaRPr>
          </a:p>
          <a:p>
            <a:r>
              <a:rPr lang="ko-KR" altLang="en-US" sz="1200"/>
              <a:t>작업서버정보</a:t>
            </a:r>
            <a:endParaRPr lang="en-US" altLang="ko-KR" sz="1200"/>
          </a:p>
          <a:p>
            <a:r>
              <a:rPr lang="en-US" altLang="ko-KR"/>
              <a:t>http://design9.biz-will.com/myoffice/view/main/main.asp</a:t>
            </a:r>
            <a:br>
              <a:rPr lang="en-US" altLang="ko-KR" dirty="0"/>
            </a:b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FC160D-AFAB-4616-DE40-E2EAD6321A3B}"/>
              </a:ext>
            </a:extLst>
          </p:cNvPr>
          <p:cNvSpPr txBox="1"/>
          <p:nvPr/>
        </p:nvSpPr>
        <p:spPr>
          <a:xfrm>
            <a:off x="8088198" y="737098"/>
            <a:ext cx="1133644" cy="424731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z="1000"/>
              <a:t>카테고리 구성</a:t>
            </a:r>
            <a:endParaRPr lang="en-US" altLang="ko-KR" sz="1000"/>
          </a:p>
          <a:p>
            <a:endParaRPr lang="en-US" altLang="ko-KR" sz="1000"/>
          </a:p>
          <a:p>
            <a:r>
              <a:rPr lang="ko-KR" altLang="en-US" sz="1000"/>
              <a:t>내정보</a:t>
            </a:r>
            <a:endParaRPr lang="en-US" altLang="ko-KR" sz="1000"/>
          </a:p>
          <a:p>
            <a:r>
              <a:rPr lang="en-US" altLang="ko-KR" sz="1000"/>
              <a:t>&gt; </a:t>
            </a:r>
            <a:r>
              <a:rPr lang="ko-KR" altLang="en-US" sz="1000"/>
              <a:t>내정보 보기</a:t>
            </a:r>
            <a:endParaRPr lang="en-US" altLang="ko-KR" sz="1000"/>
          </a:p>
          <a:p>
            <a:r>
              <a:rPr lang="en-US" altLang="ko-KR" sz="1000"/>
              <a:t>&gt; </a:t>
            </a:r>
            <a:r>
              <a:rPr lang="ko-KR" altLang="en-US" sz="1000"/>
              <a:t>내정보 수정</a:t>
            </a:r>
            <a:endParaRPr lang="en-US" altLang="ko-KR" sz="1000"/>
          </a:p>
          <a:p>
            <a:r>
              <a:rPr lang="en-US" altLang="ko-KR" sz="1000"/>
              <a:t>&gt; </a:t>
            </a:r>
            <a:r>
              <a:rPr lang="ko-KR" altLang="en-US" sz="1000"/>
              <a:t>비밀번호 변경</a:t>
            </a:r>
            <a:endParaRPr lang="en-US" altLang="ko-KR" sz="1000"/>
          </a:p>
          <a:p>
            <a:endParaRPr lang="en-US" altLang="ko-KR" sz="1000"/>
          </a:p>
          <a:p>
            <a:r>
              <a:rPr lang="ko-KR" altLang="en-US" sz="1000"/>
              <a:t>포인트</a:t>
            </a:r>
            <a:endParaRPr lang="en-US" altLang="ko-KR" sz="1000"/>
          </a:p>
          <a:p>
            <a:r>
              <a:rPr lang="en-US" altLang="ko-KR" sz="1000"/>
              <a:t>&gt; </a:t>
            </a:r>
            <a:r>
              <a:rPr lang="ko-KR" altLang="en-US" sz="1000"/>
              <a:t>보너스 포인트</a:t>
            </a:r>
            <a:endParaRPr lang="en-US" altLang="ko-KR" sz="1000"/>
          </a:p>
          <a:p>
            <a:endParaRPr lang="en-US" altLang="ko-KR" sz="1000"/>
          </a:p>
          <a:p>
            <a:r>
              <a:rPr lang="ko-KR" altLang="en-US" sz="1000"/>
              <a:t>출금</a:t>
            </a:r>
            <a:endParaRPr lang="en-US" altLang="ko-KR" sz="1000"/>
          </a:p>
          <a:p>
            <a:r>
              <a:rPr lang="en-US" altLang="ko-KR" sz="1000"/>
              <a:t>&gt; </a:t>
            </a:r>
            <a:r>
              <a:rPr lang="ko-KR" altLang="en-US" sz="1000"/>
              <a:t>보너스 출금</a:t>
            </a:r>
            <a:endParaRPr lang="en-US" altLang="ko-KR" sz="1000"/>
          </a:p>
          <a:p>
            <a:endParaRPr lang="en-US" altLang="ko-KR" sz="1000"/>
          </a:p>
          <a:p>
            <a:r>
              <a:rPr lang="ko-KR" altLang="en-US" sz="1000"/>
              <a:t>주문</a:t>
            </a:r>
            <a:endParaRPr lang="en-US" altLang="ko-KR" sz="1000"/>
          </a:p>
          <a:p>
            <a:r>
              <a:rPr lang="en-US" altLang="ko-KR" sz="1000"/>
              <a:t>&gt; </a:t>
            </a:r>
            <a:r>
              <a:rPr lang="ko-KR" altLang="en-US" sz="1000"/>
              <a:t>주문</a:t>
            </a:r>
            <a:endParaRPr lang="en-US" altLang="ko-KR" sz="1000"/>
          </a:p>
          <a:p>
            <a:r>
              <a:rPr lang="en-US" altLang="ko-KR" sz="1000"/>
              <a:t>&gt; </a:t>
            </a:r>
            <a:r>
              <a:rPr lang="ko-KR" altLang="en-US" sz="1000"/>
              <a:t>주문내역</a:t>
            </a:r>
            <a:endParaRPr lang="en-US" altLang="ko-KR" sz="1000"/>
          </a:p>
          <a:p>
            <a:r>
              <a:rPr lang="en-US" altLang="ko-KR" sz="1000"/>
              <a:t>&gt;</a:t>
            </a:r>
            <a:r>
              <a:rPr lang="ko-KR" altLang="en-US" sz="1000"/>
              <a:t> 추천매출내역</a:t>
            </a:r>
            <a:endParaRPr lang="en-US" altLang="ko-KR" sz="1000"/>
          </a:p>
          <a:p>
            <a:endParaRPr lang="en-US" altLang="ko-KR" sz="1000"/>
          </a:p>
          <a:p>
            <a:r>
              <a:rPr lang="ko-KR" altLang="en-US" sz="1000"/>
              <a:t>보너스</a:t>
            </a:r>
            <a:endParaRPr lang="en-US" altLang="ko-KR" sz="1000"/>
          </a:p>
          <a:p>
            <a:r>
              <a:rPr lang="en-US" altLang="ko-KR" sz="1000"/>
              <a:t>&gt; </a:t>
            </a:r>
            <a:r>
              <a:rPr lang="ko-KR" altLang="en-US" sz="1000"/>
              <a:t>일마감</a:t>
            </a:r>
            <a:endParaRPr lang="en-US" altLang="ko-KR" sz="1000"/>
          </a:p>
          <a:p>
            <a:endParaRPr lang="en-US" altLang="ko-KR" sz="1000"/>
          </a:p>
          <a:p>
            <a:r>
              <a:rPr lang="ko-KR" altLang="en-US" sz="1000"/>
              <a:t>조직도</a:t>
            </a:r>
            <a:endParaRPr lang="en-US" altLang="ko-KR" sz="1000"/>
          </a:p>
          <a:p>
            <a:r>
              <a:rPr lang="en-US" altLang="ko-KR" sz="1000"/>
              <a:t>&gt; </a:t>
            </a:r>
            <a:r>
              <a:rPr lang="ko-KR" altLang="en-US" sz="1000"/>
              <a:t>추천 조직도</a:t>
            </a:r>
            <a:endParaRPr lang="en-US" altLang="ko-KR" sz="1000"/>
          </a:p>
          <a:p>
            <a:endParaRPr lang="en-US" altLang="ko-KR" sz="1000"/>
          </a:p>
          <a:p>
            <a:r>
              <a:rPr lang="ko-KR" altLang="en-US" sz="1000"/>
              <a:t>공지사항</a:t>
            </a:r>
            <a:endParaRPr lang="en-US" altLang="ko-KR" sz="1000"/>
          </a:p>
          <a:p>
            <a:endParaRPr lang="en-US" altLang="ko-KR" sz="1000"/>
          </a:p>
          <a:p>
            <a:r>
              <a:rPr lang="ko-KR" altLang="en-US" sz="1000"/>
              <a:t>나가기</a:t>
            </a:r>
            <a:endParaRPr lang="en-US" altLang="ko-KR" sz="10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5A1F53C-EDCA-61D4-6BD9-83CCB0DD2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3" y="4426431"/>
            <a:ext cx="3380241" cy="22481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149190-7CC5-042A-1C79-A1C1F4F1C42A}"/>
              </a:ext>
            </a:extLst>
          </p:cNvPr>
          <p:cNvSpPr txBox="1"/>
          <p:nvPr/>
        </p:nvSpPr>
        <p:spPr>
          <a:xfrm>
            <a:off x="3590554" y="5365826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배경이미지 교체</a:t>
            </a:r>
          </a:p>
        </p:txBody>
      </p:sp>
    </p:spTree>
    <p:extLst>
      <p:ext uri="{BB962C8B-B14F-4D97-AF65-F5344CB8AC3E}">
        <p14:creationId xmlns:p14="http://schemas.microsoft.com/office/powerpoint/2010/main" val="515704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593B469-C77A-75AA-600C-68FEB78FE8AB}"/>
              </a:ext>
            </a:extLst>
          </p:cNvPr>
          <p:cNvSpPr txBox="1"/>
          <p:nvPr/>
        </p:nvSpPr>
        <p:spPr>
          <a:xfrm>
            <a:off x="9323109" y="256331"/>
            <a:ext cx="13292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원형 그레프 추가</a:t>
            </a:r>
            <a:endParaRPr lang="en-US" altLang="ko-KR" sz="1000"/>
          </a:p>
          <a:p>
            <a:endParaRPr lang="en-US" altLang="ko-KR" sz="1000"/>
          </a:p>
          <a:p>
            <a:r>
              <a:rPr lang="ko-KR" altLang="en-US" sz="1000"/>
              <a:t>표 교체 부탁드려요</a:t>
            </a:r>
            <a:r>
              <a:rPr lang="en-US" altLang="ko-KR" sz="1000"/>
              <a:t>.</a:t>
            </a:r>
          </a:p>
          <a:p>
            <a:endParaRPr lang="ko-KR" altLang="en-US" sz="100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AD8C88D-1A52-1747-AC2F-A53CC03A4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89987" cy="6858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9993B67-1ED1-9C03-14BA-0382CBC6C26D}"/>
              </a:ext>
            </a:extLst>
          </p:cNvPr>
          <p:cNvSpPr txBox="1"/>
          <p:nvPr/>
        </p:nvSpPr>
        <p:spPr>
          <a:xfrm>
            <a:off x="3206099" y="5649884"/>
            <a:ext cx="64633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삭제</a:t>
            </a:r>
            <a:endParaRPr lang="en-US" altLang="ko-KR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794E2C-CCA2-CA3D-1181-53B203AEBFE7}"/>
              </a:ext>
            </a:extLst>
          </p:cNvPr>
          <p:cNvSpPr txBox="1"/>
          <p:nvPr/>
        </p:nvSpPr>
        <p:spPr>
          <a:xfrm>
            <a:off x="5944552" y="3152001"/>
            <a:ext cx="4432627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sz="1200"/>
              <a:t>:: </a:t>
            </a:r>
            <a:r>
              <a:rPr lang="ko-KR" altLang="en-US" sz="1200"/>
              <a:t>직추천매출정보                   </a:t>
            </a:r>
            <a:r>
              <a:rPr lang="en-US" altLang="ko-KR" sz="800"/>
              <a:t>● </a:t>
            </a:r>
            <a:r>
              <a:rPr lang="en-US" altLang="ko-KR" sz="1200"/>
              <a:t>ACTIVE </a:t>
            </a:r>
            <a:r>
              <a:rPr lang="ko-KR" altLang="en-US" sz="1200"/>
              <a:t>합계 </a:t>
            </a:r>
            <a:r>
              <a:rPr lang="en-US" altLang="ko-KR" sz="1200"/>
              <a:t>:  600,000PV </a:t>
            </a:r>
            <a:endParaRPr lang="ko-KR" altLang="en-US" sz="1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22AA9B-01D7-CFEE-6DDD-9D19ABFB8EE1}"/>
              </a:ext>
            </a:extLst>
          </p:cNvPr>
          <p:cNvSpPr txBox="1"/>
          <p:nvPr/>
        </p:nvSpPr>
        <p:spPr>
          <a:xfrm>
            <a:off x="5944553" y="1851127"/>
            <a:ext cx="4432628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sz="1200"/>
              <a:t>:: </a:t>
            </a:r>
            <a:r>
              <a:rPr lang="ko-KR" altLang="en-US" sz="1200"/>
              <a:t>본인매출정보                      </a:t>
            </a:r>
            <a:r>
              <a:rPr lang="en-US" altLang="ko-KR" sz="700"/>
              <a:t>●</a:t>
            </a:r>
            <a:r>
              <a:rPr lang="en-US" altLang="ko-KR" sz="1200"/>
              <a:t> ACTIVE </a:t>
            </a:r>
            <a:r>
              <a:rPr lang="ko-KR" altLang="en-US" sz="1200"/>
              <a:t>합계 </a:t>
            </a:r>
            <a:r>
              <a:rPr lang="en-US" altLang="ko-KR" sz="1200"/>
              <a:t>:  600,000PV </a:t>
            </a:r>
            <a:endParaRPr lang="ko-KR" altLang="en-US" sz="1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28D182-DC3B-EC1D-7366-8E620CAE69FC}"/>
              </a:ext>
            </a:extLst>
          </p:cNvPr>
          <p:cNvSpPr txBox="1"/>
          <p:nvPr/>
        </p:nvSpPr>
        <p:spPr>
          <a:xfrm>
            <a:off x="5944553" y="2148570"/>
            <a:ext cx="4432628" cy="276999"/>
          </a:xfrm>
          <a:prstGeom prst="rect">
            <a:avLst/>
          </a:prstGeom>
          <a:solidFill>
            <a:srgbClr val="0046C8"/>
          </a:solidFill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chemeClr val="bg1"/>
                </a:solidFill>
              </a:rPr>
              <a:t> 주문일자        상품명       매출금액       매출</a:t>
            </a:r>
            <a:r>
              <a:rPr lang="en-US" altLang="ko-KR" sz="1200">
                <a:solidFill>
                  <a:schemeClr val="bg1"/>
                </a:solidFill>
              </a:rPr>
              <a:t>PV</a:t>
            </a:r>
            <a:r>
              <a:rPr lang="ko-KR" altLang="en-US" sz="1200">
                <a:solidFill>
                  <a:schemeClr val="bg1"/>
                </a:solidFill>
              </a:rPr>
              <a:t>      상태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5A8A0D-E157-5BAF-08AA-D4415D441C3E}"/>
              </a:ext>
            </a:extLst>
          </p:cNvPr>
          <p:cNvSpPr txBox="1"/>
          <p:nvPr/>
        </p:nvSpPr>
        <p:spPr>
          <a:xfrm>
            <a:off x="5944553" y="2446013"/>
            <a:ext cx="443262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</a:rPr>
              <a:t>2023-09-21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    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</a:rPr>
              <a:t>66PACK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     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</a:rPr>
              <a:t>660,000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      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</a:rPr>
              <a:t>600,000     </a:t>
            </a:r>
            <a:r>
              <a:rPr lang="en-US" altLang="ko-KR" sz="1200">
                <a:solidFill>
                  <a:srgbClr val="FF0000"/>
                </a:solidFill>
              </a:rPr>
              <a:t>ACTIVE</a:t>
            </a: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CF6654-E222-8B22-ECD4-B6B379FDC46F}"/>
              </a:ext>
            </a:extLst>
          </p:cNvPr>
          <p:cNvSpPr txBox="1"/>
          <p:nvPr/>
        </p:nvSpPr>
        <p:spPr>
          <a:xfrm>
            <a:off x="5944552" y="2745789"/>
            <a:ext cx="4432629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</a:rPr>
              <a:t>2023-09-10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    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</a:rPr>
              <a:t>66PACK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     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</a:rPr>
              <a:t>660,000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      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</a:rPr>
              <a:t>600,000    </a:t>
            </a:r>
            <a:r>
              <a:rPr lang="en-US" altLang="ko-KR" sz="1200">
                <a:solidFill>
                  <a:schemeClr val="tx1">
                    <a:lumMod val="95000"/>
                    <a:lumOff val="5000"/>
                  </a:schemeClr>
                </a:solidFill>
              </a:rPr>
              <a:t>INACTIVE</a:t>
            </a:r>
            <a:endParaRPr lang="ko-KR" altLang="en-US" sz="12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0D1882-61B5-47F4-29B2-93C33EF179FA}"/>
              </a:ext>
            </a:extLst>
          </p:cNvPr>
          <p:cNvSpPr txBox="1"/>
          <p:nvPr/>
        </p:nvSpPr>
        <p:spPr>
          <a:xfrm>
            <a:off x="5944552" y="3460058"/>
            <a:ext cx="4432628" cy="276999"/>
          </a:xfrm>
          <a:prstGeom prst="rect">
            <a:avLst/>
          </a:prstGeom>
          <a:solidFill>
            <a:srgbClr val="0046C8"/>
          </a:solidFill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chemeClr val="bg1"/>
                </a:solidFill>
              </a:rPr>
              <a:t> 주문일자        아이디       매출금액       매출</a:t>
            </a:r>
            <a:r>
              <a:rPr lang="en-US" altLang="ko-KR" sz="1200">
                <a:solidFill>
                  <a:schemeClr val="bg1"/>
                </a:solidFill>
              </a:rPr>
              <a:t>PV</a:t>
            </a:r>
            <a:r>
              <a:rPr lang="ko-KR" altLang="en-US" sz="1200">
                <a:solidFill>
                  <a:schemeClr val="bg1"/>
                </a:solidFill>
              </a:rPr>
              <a:t>      상태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6BD0E1-7E28-9DB7-A8D4-F9F42BE7CE99}"/>
              </a:ext>
            </a:extLst>
          </p:cNvPr>
          <p:cNvSpPr txBox="1"/>
          <p:nvPr/>
        </p:nvSpPr>
        <p:spPr>
          <a:xfrm>
            <a:off x="5944552" y="3757501"/>
            <a:ext cx="4432628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</a:rPr>
              <a:t>2023-09-21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    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</a:rPr>
              <a:t>test1234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     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</a:rPr>
              <a:t>660,000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      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</a:rPr>
              <a:t>600,000     </a:t>
            </a:r>
            <a:r>
              <a:rPr lang="en-US" altLang="ko-KR" sz="1200">
                <a:solidFill>
                  <a:srgbClr val="FF0000"/>
                </a:solidFill>
              </a:rPr>
              <a:t>ACTIVE</a:t>
            </a: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476830-FE5F-39A8-ADE1-114A342747F1}"/>
              </a:ext>
            </a:extLst>
          </p:cNvPr>
          <p:cNvSpPr txBox="1"/>
          <p:nvPr/>
        </p:nvSpPr>
        <p:spPr>
          <a:xfrm>
            <a:off x="3324943" y="4034500"/>
            <a:ext cx="64633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삭제</a:t>
            </a:r>
            <a:endParaRPr lang="en-US" altLang="ko-KR">
              <a:solidFill>
                <a:srgbClr val="FF0000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9171CB6-B001-D254-FC00-CF9C0B224ECD}"/>
              </a:ext>
            </a:extLst>
          </p:cNvPr>
          <p:cNvSpPr/>
          <p:nvPr/>
        </p:nvSpPr>
        <p:spPr>
          <a:xfrm>
            <a:off x="1610686" y="3022787"/>
            <a:ext cx="4211274" cy="3260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30DB9D3-5D48-B32F-55D0-F7936B564108}"/>
              </a:ext>
            </a:extLst>
          </p:cNvPr>
          <p:cNvSpPr/>
          <p:nvPr/>
        </p:nvSpPr>
        <p:spPr>
          <a:xfrm>
            <a:off x="5944552" y="1767658"/>
            <a:ext cx="4463424" cy="2367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48140F85-405F-FF70-EEC5-A3649DA0408F}"/>
              </a:ext>
            </a:extLst>
          </p:cNvPr>
          <p:cNvCxnSpPr>
            <a:stCxn id="20" idx="3"/>
          </p:cNvCxnSpPr>
          <p:nvPr/>
        </p:nvCxnSpPr>
        <p:spPr>
          <a:xfrm flipV="1">
            <a:off x="5821960" y="4134989"/>
            <a:ext cx="1325460" cy="5180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D12C1E7-BBEE-C07A-92C5-8B7CAA15FEEC}"/>
              </a:ext>
            </a:extLst>
          </p:cNvPr>
          <p:cNvSpPr txBox="1"/>
          <p:nvPr/>
        </p:nvSpPr>
        <p:spPr>
          <a:xfrm>
            <a:off x="4456461" y="676258"/>
            <a:ext cx="54694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ko-KR"/>
              <a:t>C/S</a:t>
            </a:r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A0668A-91B7-5081-DFC6-245E0FE60132}"/>
              </a:ext>
            </a:extLst>
          </p:cNvPr>
          <p:cNvSpPr txBox="1"/>
          <p:nvPr/>
        </p:nvSpPr>
        <p:spPr>
          <a:xfrm>
            <a:off x="3850845" y="1141363"/>
            <a:ext cx="1773163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endParaRPr lang="en-US" altLang="ko-KR" sz="1000"/>
          </a:p>
          <a:p>
            <a:pPr algn="ctr"/>
            <a:r>
              <a:rPr lang="en-US" altLang="ko-KR" sz="2000"/>
              <a:t>30</a:t>
            </a:r>
          </a:p>
          <a:p>
            <a:pPr algn="ctr"/>
            <a:endParaRPr lang="ko-KR" altLang="en-US" sz="10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663950-F0E8-A44B-B0C6-6850568D58DD}"/>
              </a:ext>
            </a:extLst>
          </p:cNvPr>
          <p:cNvSpPr txBox="1"/>
          <p:nvPr/>
        </p:nvSpPr>
        <p:spPr>
          <a:xfrm>
            <a:off x="2307757" y="1881307"/>
            <a:ext cx="742511" cy="24622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z="1000"/>
              <a:t>출금 잔액</a:t>
            </a:r>
            <a:endParaRPr lang="en-US" altLang="ko-KR" sz="10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806244-094B-4967-7158-4DA8AFD957C7}"/>
              </a:ext>
            </a:extLst>
          </p:cNvPr>
          <p:cNvSpPr txBox="1"/>
          <p:nvPr/>
        </p:nvSpPr>
        <p:spPr>
          <a:xfrm>
            <a:off x="1688637" y="761811"/>
            <a:ext cx="1980750" cy="95410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/>
              <a:t>원형그레프교체</a:t>
            </a:r>
            <a:endParaRPr lang="en-US" altLang="ko-KR"/>
          </a:p>
          <a:p>
            <a:endParaRPr lang="en-US" altLang="ko-KR"/>
          </a:p>
          <a:p>
            <a:r>
              <a:rPr lang="en-US" altLang="ko-KR" sz="1000"/>
              <a:t>TOTAL </a:t>
            </a:r>
          </a:p>
          <a:p>
            <a:r>
              <a:rPr lang="en-US" altLang="ko-KR" sz="1000"/>
              <a:t>MAX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DAC209-25EC-0BEE-72FD-9AB6DAD40A1E}"/>
              </a:ext>
            </a:extLst>
          </p:cNvPr>
          <p:cNvSpPr txBox="1"/>
          <p:nvPr/>
        </p:nvSpPr>
        <p:spPr>
          <a:xfrm>
            <a:off x="2173626" y="2215180"/>
            <a:ext cx="99578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ko-KR"/>
              <a:t>100,000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BADFE0-13A2-F29A-79AC-30002E9A9C7A}"/>
              </a:ext>
            </a:extLst>
          </p:cNvPr>
          <p:cNvSpPr txBox="1"/>
          <p:nvPr/>
        </p:nvSpPr>
        <p:spPr>
          <a:xfrm>
            <a:off x="1695758" y="2630679"/>
            <a:ext cx="1940325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200"/>
              <a:t>총 출금액       </a:t>
            </a:r>
            <a:r>
              <a:rPr lang="en-US" altLang="ko-KR" sz="1200"/>
              <a:t>1,000,000</a:t>
            </a:r>
            <a:r>
              <a:rPr lang="ko-KR" altLang="en-US" sz="1200"/>
              <a:t>        </a:t>
            </a:r>
            <a:endParaRPr lang="en-US" altLang="ko-KR" sz="12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2C2E9D-2E02-325E-1EE4-1D22A56F91D2}"/>
              </a:ext>
            </a:extLst>
          </p:cNvPr>
          <p:cNvSpPr txBox="1"/>
          <p:nvPr/>
        </p:nvSpPr>
        <p:spPr>
          <a:xfrm>
            <a:off x="6267720" y="6362491"/>
            <a:ext cx="133882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/>
              <a:t>추천조직도</a:t>
            </a:r>
            <a:endParaRPr lang="en-US" altLang="ko-KR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33D07BF-FA3D-10C9-7377-3E21C449E1C8}"/>
              </a:ext>
            </a:extLst>
          </p:cNvPr>
          <p:cNvSpPr/>
          <p:nvPr/>
        </p:nvSpPr>
        <p:spPr>
          <a:xfrm>
            <a:off x="5131398" y="6362491"/>
            <a:ext cx="602428" cy="4955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CEDFEAA5-6321-1C45-FE41-F9C2A7E2F8E5}"/>
              </a:ext>
            </a:extLst>
          </p:cNvPr>
          <p:cNvCxnSpPr>
            <a:cxnSpLocks/>
            <a:endCxn id="32" idx="1"/>
          </p:cNvCxnSpPr>
          <p:nvPr/>
        </p:nvCxnSpPr>
        <p:spPr>
          <a:xfrm flipV="1">
            <a:off x="5733826" y="6547157"/>
            <a:ext cx="533894" cy="122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509128E-E9A0-68FB-B1FF-9A58B2041245}"/>
              </a:ext>
            </a:extLst>
          </p:cNvPr>
          <p:cNvSpPr txBox="1"/>
          <p:nvPr/>
        </p:nvSpPr>
        <p:spPr>
          <a:xfrm>
            <a:off x="351371" y="0"/>
            <a:ext cx="800219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FF0000"/>
                </a:solidFill>
              </a:rPr>
              <a:t>로고삭제</a:t>
            </a:r>
            <a:endParaRPr lang="en-US" altLang="ko-KR" sz="1200">
              <a:solidFill>
                <a:srgbClr val="FF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7D09F9-3714-6E92-6654-2CC357F026E9}"/>
              </a:ext>
            </a:extLst>
          </p:cNvPr>
          <p:cNvSpPr txBox="1"/>
          <p:nvPr/>
        </p:nvSpPr>
        <p:spPr>
          <a:xfrm>
            <a:off x="151075" y="1134410"/>
            <a:ext cx="1459611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rgbClr val="FF0000"/>
                </a:solidFill>
              </a:rPr>
              <a:t>센터삭제</a:t>
            </a:r>
            <a:endParaRPr lang="en-US" altLang="ko-KR" sz="1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730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EA3988-1A32-0DF3-1FA4-50582F4C684A}"/>
              </a:ext>
            </a:extLst>
          </p:cNvPr>
          <p:cNvSpPr txBox="1"/>
          <p:nvPr/>
        </p:nvSpPr>
        <p:spPr>
          <a:xfrm>
            <a:off x="237744" y="301752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내정보</a:t>
            </a:r>
            <a:r>
              <a:rPr lang="en-US" altLang="ko-KR"/>
              <a:t>&gt;</a:t>
            </a:r>
            <a:r>
              <a:rPr lang="ko-KR" altLang="en-US"/>
              <a:t>내정보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6218C05-2962-9593-DC75-1734AC181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530" y="0"/>
            <a:ext cx="610218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F84519-2E7B-F95B-5F29-636E8CC35E07}"/>
              </a:ext>
            </a:extLst>
          </p:cNvPr>
          <p:cNvSpPr txBox="1"/>
          <p:nvPr/>
        </p:nvSpPr>
        <p:spPr>
          <a:xfrm>
            <a:off x="5050458" y="6108192"/>
            <a:ext cx="64633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/>
              <a:t>삭제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584529-D623-84F2-6A1F-2B184236DD52}"/>
              </a:ext>
            </a:extLst>
          </p:cNvPr>
          <p:cNvSpPr txBox="1"/>
          <p:nvPr/>
        </p:nvSpPr>
        <p:spPr>
          <a:xfrm>
            <a:off x="5050457" y="4870704"/>
            <a:ext cx="64633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/>
              <a:t>삭제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050F4C1-F17D-5B2D-3683-902F7D7C8AEF}"/>
              </a:ext>
            </a:extLst>
          </p:cNvPr>
          <p:cNvSpPr/>
          <p:nvPr/>
        </p:nvSpPr>
        <p:spPr>
          <a:xfrm>
            <a:off x="3035808" y="4700016"/>
            <a:ext cx="4901184" cy="6492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1E70C2-90F2-7BFF-41B9-54EB0C1329E5}"/>
              </a:ext>
            </a:extLst>
          </p:cNvPr>
          <p:cNvSpPr txBox="1"/>
          <p:nvPr/>
        </p:nvSpPr>
        <p:spPr>
          <a:xfrm>
            <a:off x="4968941" y="2950464"/>
            <a:ext cx="64633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/>
              <a:t>삭제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251C4A8-A62E-C5A5-5F46-C2CD97C62552}"/>
              </a:ext>
            </a:extLst>
          </p:cNvPr>
          <p:cNvSpPr/>
          <p:nvPr/>
        </p:nvSpPr>
        <p:spPr>
          <a:xfrm>
            <a:off x="2954292" y="2779776"/>
            <a:ext cx="4901184" cy="6492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028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6235B8-382D-2A24-3744-2C2F2D2C3175}"/>
              </a:ext>
            </a:extLst>
          </p:cNvPr>
          <p:cNvSpPr txBox="1"/>
          <p:nvPr/>
        </p:nvSpPr>
        <p:spPr>
          <a:xfrm>
            <a:off x="237744" y="301752"/>
            <a:ext cx="227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내정보</a:t>
            </a:r>
            <a:r>
              <a:rPr lang="en-US" altLang="ko-KR"/>
              <a:t>&gt;</a:t>
            </a:r>
            <a:r>
              <a:rPr lang="ko-KR" altLang="en-US"/>
              <a:t>내정보 수정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E3D4868-487B-842C-2C8B-0F8E1A969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" y="819940"/>
            <a:ext cx="5461307" cy="3805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50DCC0-5A3F-4047-CA3C-56BB1639EC48}"/>
              </a:ext>
            </a:extLst>
          </p:cNvPr>
          <p:cNvSpPr txBox="1"/>
          <p:nvPr/>
        </p:nvSpPr>
        <p:spPr>
          <a:xfrm>
            <a:off x="2252393" y="2705915"/>
            <a:ext cx="72019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/>
              <a:t>삭제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BF3184D-8AAA-488F-D43B-B182198695D3}"/>
              </a:ext>
            </a:extLst>
          </p:cNvPr>
          <p:cNvSpPr/>
          <p:nvPr/>
        </p:nvSpPr>
        <p:spPr>
          <a:xfrm>
            <a:off x="237743" y="2535227"/>
            <a:ext cx="5461307" cy="6492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1114A8-680B-7DF7-4245-58047DBFFEF1}"/>
              </a:ext>
            </a:extLst>
          </p:cNvPr>
          <p:cNvSpPr txBox="1"/>
          <p:nvPr/>
        </p:nvSpPr>
        <p:spPr>
          <a:xfrm>
            <a:off x="237743" y="3963043"/>
            <a:ext cx="3532393" cy="193899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200"/>
              <a:t>출금 계좌 은행명</a:t>
            </a:r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r>
              <a:rPr lang="ko-KR" altLang="en-US" sz="1200"/>
              <a:t>계좌번호</a:t>
            </a:r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r>
              <a:rPr lang="ko-KR" altLang="en-US" sz="1200"/>
              <a:t>예금주</a:t>
            </a:r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CDEBC3B-694B-EE4C-EC3E-08A5D251507D}"/>
              </a:ext>
            </a:extLst>
          </p:cNvPr>
          <p:cNvSpPr/>
          <p:nvPr/>
        </p:nvSpPr>
        <p:spPr>
          <a:xfrm>
            <a:off x="325186" y="4213232"/>
            <a:ext cx="3227564" cy="297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467C36-E77D-1BDC-C44B-CFE74DA59AB1}"/>
              </a:ext>
            </a:extLst>
          </p:cNvPr>
          <p:cNvSpPr/>
          <p:nvPr/>
        </p:nvSpPr>
        <p:spPr>
          <a:xfrm>
            <a:off x="333435" y="4758074"/>
            <a:ext cx="3205168" cy="297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72930A0-8CB5-C156-EC94-C4A80487662B}"/>
              </a:ext>
            </a:extLst>
          </p:cNvPr>
          <p:cNvSpPr/>
          <p:nvPr/>
        </p:nvSpPr>
        <p:spPr>
          <a:xfrm>
            <a:off x="333435" y="5321890"/>
            <a:ext cx="3213417" cy="297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239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5D02F68-5C49-680E-637D-0A0EF9850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373" y="109660"/>
            <a:ext cx="6258749" cy="64585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E43515-F12E-3748-22E8-2E931BF1BBF2}"/>
              </a:ext>
            </a:extLst>
          </p:cNvPr>
          <p:cNvSpPr txBox="1"/>
          <p:nvPr/>
        </p:nvSpPr>
        <p:spPr>
          <a:xfrm>
            <a:off x="237744" y="301752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출금</a:t>
            </a:r>
            <a:r>
              <a:rPr lang="en-US" altLang="ko-KR"/>
              <a:t>&gt;</a:t>
            </a:r>
            <a:r>
              <a:rPr lang="ko-KR" altLang="en-US"/>
              <a:t>보너스 출금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3D178B-E80D-63D4-3859-21207F1D3E92}"/>
              </a:ext>
            </a:extLst>
          </p:cNvPr>
          <p:cNvSpPr txBox="1"/>
          <p:nvPr/>
        </p:nvSpPr>
        <p:spPr>
          <a:xfrm>
            <a:off x="4917855" y="1003681"/>
            <a:ext cx="3714478" cy="24622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ko-KR" sz="1000"/>
              <a:t>※ </a:t>
            </a:r>
            <a:r>
              <a:rPr lang="ko-KR" altLang="en-US" sz="1000"/>
              <a:t>출금은 매주</a:t>
            </a:r>
            <a:r>
              <a:rPr lang="en-US" altLang="ko-KR" sz="1000"/>
              <a:t> </a:t>
            </a:r>
            <a:r>
              <a:rPr lang="ko-KR" altLang="en-US" sz="1000"/>
              <a:t>수요일 오전 </a:t>
            </a:r>
            <a:r>
              <a:rPr lang="en-US" altLang="ko-KR" sz="1000"/>
              <a:t>10</a:t>
            </a:r>
            <a:r>
              <a:rPr lang="ko-KR" altLang="en-US" sz="1000"/>
              <a:t>시 </a:t>
            </a:r>
            <a:r>
              <a:rPr lang="en-US" altLang="ko-KR" sz="1000"/>
              <a:t>~ </a:t>
            </a:r>
            <a:r>
              <a:rPr lang="ko-KR" altLang="en-US" sz="1000"/>
              <a:t>오후</a:t>
            </a:r>
            <a:r>
              <a:rPr lang="en-US" altLang="ko-KR" sz="1000"/>
              <a:t> 5</a:t>
            </a:r>
            <a:r>
              <a:rPr lang="ko-KR" altLang="en-US" sz="1000"/>
              <a:t>시까지 신청하세요</a:t>
            </a:r>
            <a:r>
              <a:rPr lang="en-US" altLang="ko-KR" sz="1000"/>
              <a:t>.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6504EA7-392C-BE97-E578-E7332F156CBD}"/>
              </a:ext>
            </a:extLst>
          </p:cNvPr>
          <p:cNvSpPr/>
          <p:nvPr/>
        </p:nvSpPr>
        <p:spPr>
          <a:xfrm>
            <a:off x="2538373" y="3838353"/>
            <a:ext cx="449376" cy="3508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3D3E7BC-667B-F8EA-D5F9-2EC30532E888}"/>
              </a:ext>
            </a:extLst>
          </p:cNvPr>
          <p:cNvSpPr/>
          <p:nvPr/>
        </p:nvSpPr>
        <p:spPr>
          <a:xfrm>
            <a:off x="4622948" y="3896832"/>
            <a:ext cx="294907" cy="23391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01A9A9-37A9-AD1B-71AD-544225CCC76E}"/>
              </a:ext>
            </a:extLst>
          </p:cNvPr>
          <p:cNvSpPr txBox="1"/>
          <p:nvPr/>
        </p:nvSpPr>
        <p:spPr>
          <a:xfrm>
            <a:off x="9324754" y="363307"/>
            <a:ext cx="1713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항목만 참고하시면 됩니다</a:t>
            </a:r>
            <a:r>
              <a:rPr lang="en-US" altLang="ko-KR" sz="1000"/>
              <a:t>.</a:t>
            </a:r>
          </a:p>
          <a:p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341302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B545152F-07BD-5E69-DCA4-E548AF300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33" y="671084"/>
            <a:ext cx="6360652" cy="43313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E13995-81FC-E370-FFF6-E09733B4B686}"/>
              </a:ext>
            </a:extLst>
          </p:cNvPr>
          <p:cNvSpPr txBox="1"/>
          <p:nvPr/>
        </p:nvSpPr>
        <p:spPr>
          <a:xfrm>
            <a:off x="237744" y="301752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출금</a:t>
            </a:r>
            <a:r>
              <a:rPr lang="en-US" altLang="ko-KR"/>
              <a:t>&gt;</a:t>
            </a:r>
            <a:r>
              <a:rPr lang="ko-KR" altLang="en-US"/>
              <a:t>보너스 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14E205-A34F-9688-FD6D-3B0355B1F62D}"/>
              </a:ext>
            </a:extLst>
          </p:cNvPr>
          <p:cNvSpPr txBox="1"/>
          <p:nvPr/>
        </p:nvSpPr>
        <p:spPr>
          <a:xfrm>
            <a:off x="6879264" y="2743200"/>
            <a:ext cx="2343911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/>
              <a:t>수량선택 넣어주세요</a:t>
            </a:r>
            <a:endParaRPr lang="en-US" altLang="ko-KR"/>
          </a:p>
          <a:p>
            <a:r>
              <a:rPr lang="en-US" altLang="ko-KR"/>
              <a:t>1~10</a:t>
            </a:r>
            <a:r>
              <a:rPr lang="ko-KR" altLang="en-US"/>
              <a:t>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0A8970-C611-E3AE-5DCE-5E42CA46EC74}"/>
              </a:ext>
            </a:extLst>
          </p:cNvPr>
          <p:cNvSpPr/>
          <p:nvPr/>
        </p:nvSpPr>
        <p:spPr>
          <a:xfrm>
            <a:off x="318976" y="3450265"/>
            <a:ext cx="5879805" cy="12759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1445E3F-7059-03F8-2E9D-23AD8DA18E29}"/>
              </a:ext>
            </a:extLst>
          </p:cNvPr>
          <p:cNvCxnSpPr>
            <a:stCxn id="8" idx="3"/>
            <a:endCxn id="7" idx="1"/>
          </p:cNvCxnSpPr>
          <p:nvPr/>
        </p:nvCxnSpPr>
        <p:spPr>
          <a:xfrm flipV="1">
            <a:off x="6198781" y="3066366"/>
            <a:ext cx="680483" cy="4476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B706DE6-D305-C42D-6196-1DCFF90EC985}"/>
              </a:ext>
            </a:extLst>
          </p:cNvPr>
          <p:cNvSpPr txBox="1"/>
          <p:nvPr/>
        </p:nvSpPr>
        <p:spPr>
          <a:xfrm>
            <a:off x="231533" y="3662592"/>
            <a:ext cx="3532393" cy="230832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200"/>
              <a:t>입금은행명</a:t>
            </a:r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r>
              <a:rPr lang="ko-KR" altLang="en-US" sz="1200"/>
              <a:t>계좌번호</a:t>
            </a:r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r>
              <a:rPr lang="ko-KR" altLang="en-US" sz="1200"/>
              <a:t>예금주</a:t>
            </a:r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r>
              <a:rPr lang="ko-KR" altLang="en-US" sz="1200"/>
              <a:t>입금자명</a:t>
            </a:r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F90FFC3-B068-26A6-DE4A-70141F8E7340}"/>
              </a:ext>
            </a:extLst>
          </p:cNvPr>
          <p:cNvSpPr/>
          <p:nvPr/>
        </p:nvSpPr>
        <p:spPr>
          <a:xfrm>
            <a:off x="318976" y="3912781"/>
            <a:ext cx="3227564" cy="297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F68D8D5-F562-2555-11DD-2F9B46E165B6}"/>
              </a:ext>
            </a:extLst>
          </p:cNvPr>
          <p:cNvSpPr/>
          <p:nvPr/>
        </p:nvSpPr>
        <p:spPr>
          <a:xfrm>
            <a:off x="327225" y="4457623"/>
            <a:ext cx="3205168" cy="297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D9ACF77-E158-598B-FA5A-7772E78E1C85}"/>
              </a:ext>
            </a:extLst>
          </p:cNvPr>
          <p:cNvSpPr/>
          <p:nvPr/>
        </p:nvSpPr>
        <p:spPr>
          <a:xfrm>
            <a:off x="327225" y="5021439"/>
            <a:ext cx="3213417" cy="297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AED2BD9-B08D-9BC6-B9C8-477ECE4F57E3}"/>
              </a:ext>
            </a:extLst>
          </p:cNvPr>
          <p:cNvSpPr/>
          <p:nvPr/>
        </p:nvSpPr>
        <p:spPr>
          <a:xfrm>
            <a:off x="318976" y="5565915"/>
            <a:ext cx="3213417" cy="297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427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608D57A-BC74-81D0-9BAC-E8DE48DAF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0" y="1380461"/>
            <a:ext cx="7191375" cy="33528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E7DCCBC-BD58-EC76-8665-46172D53632D}"/>
              </a:ext>
            </a:extLst>
          </p:cNvPr>
          <p:cNvSpPr/>
          <p:nvPr/>
        </p:nvSpPr>
        <p:spPr>
          <a:xfrm>
            <a:off x="5645889" y="2510171"/>
            <a:ext cx="723014" cy="382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tx1"/>
                </a:solidFill>
              </a:rPr>
              <a:t>C/S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7738586-4090-D5C6-365C-0281D2BB1697}"/>
              </a:ext>
            </a:extLst>
          </p:cNvPr>
          <p:cNvSpPr/>
          <p:nvPr/>
        </p:nvSpPr>
        <p:spPr>
          <a:xfrm>
            <a:off x="7074196" y="2511057"/>
            <a:ext cx="1017180" cy="382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활성화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CA29A4-64D4-582B-480B-33395F66A08F}"/>
              </a:ext>
            </a:extLst>
          </p:cNvPr>
          <p:cNvSpPr/>
          <p:nvPr/>
        </p:nvSpPr>
        <p:spPr>
          <a:xfrm>
            <a:off x="7074196" y="2893828"/>
            <a:ext cx="1017180" cy="382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F0000"/>
                </a:solidFill>
              </a:rPr>
              <a:t>ACTIVE</a:t>
            </a: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B7DB3C-4CE7-4123-8E8D-7566467ACC0A}"/>
              </a:ext>
            </a:extLst>
          </p:cNvPr>
          <p:cNvSpPr/>
          <p:nvPr/>
        </p:nvSpPr>
        <p:spPr>
          <a:xfrm>
            <a:off x="7074196" y="3276600"/>
            <a:ext cx="1017180" cy="382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INACTIVE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604DA8-C5AD-A435-A0B0-7EC88EB8219B}"/>
              </a:ext>
            </a:extLst>
          </p:cNvPr>
          <p:cNvSpPr txBox="1"/>
          <p:nvPr/>
        </p:nvSpPr>
        <p:spPr>
          <a:xfrm>
            <a:off x="237744" y="301752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주문</a:t>
            </a:r>
            <a:r>
              <a:rPr lang="en-US" altLang="ko-KR"/>
              <a:t>&gt;</a:t>
            </a:r>
            <a:r>
              <a:rPr lang="ko-KR" altLang="en-US"/>
              <a:t>주문내역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39520A-0620-E57E-B22C-BAF23CC2D279}"/>
              </a:ext>
            </a:extLst>
          </p:cNvPr>
          <p:cNvSpPr/>
          <p:nvPr/>
        </p:nvSpPr>
        <p:spPr>
          <a:xfrm>
            <a:off x="6347574" y="2893828"/>
            <a:ext cx="723014" cy="382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승인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B1E318-EF48-6CC0-3BD7-D7E2785D377A}"/>
              </a:ext>
            </a:extLst>
          </p:cNvPr>
          <p:cNvSpPr/>
          <p:nvPr/>
        </p:nvSpPr>
        <p:spPr>
          <a:xfrm>
            <a:off x="6351182" y="3276602"/>
            <a:ext cx="723014" cy="382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처리중</a:t>
            </a:r>
          </a:p>
        </p:txBody>
      </p:sp>
    </p:spTree>
    <p:extLst>
      <p:ext uri="{BB962C8B-B14F-4D97-AF65-F5344CB8AC3E}">
        <p14:creationId xmlns:p14="http://schemas.microsoft.com/office/powerpoint/2010/main" val="970585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625312-3B65-6C12-6F5D-AAC0CA2D8846}"/>
              </a:ext>
            </a:extLst>
          </p:cNvPr>
          <p:cNvSpPr txBox="1"/>
          <p:nvPr/>
        </p:nvSpPr>
        <p:spPr>
          <a:xfrm>
            <a:off x="237744" y="301752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주문</a:t>
            </a:r>
            <a:r>
              <a:rPr lang="en-US" altLang="ko-KR"/>
              <a:t>&gt;</a:t>
            </a:r>
            <a:r>
              <a:rPr lang="ko-KR" altLang="en-US"/>
              <a:t>주문내역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4271C51-4E9E-E472-C84D-43862C368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" y="872313"/>
            <a:ext cx="7134225" cy="43053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F0F453A-C134-9A17-1722-D84B75AB9015}"/>
              </a:ext>
            </a:extLst>
          </p:cNvPr>
          <p:cNvSpPr/>
          <p:nvPr/>
        </p:nvSpPr>
        <p:spPr>
          <a:xfrm>
            <a:off x="6896987" y="1936897"/>
            <a:ext cx="723014" cy="382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tx1"/>
                </a:solidFill>
              </a:rPr>
              <a:t>C/S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5E6F49F-6139-8A19-9D1E-D0A8B5E6D546}"/>
              </a:ext>
            </a:extLst>
          </p:cNvPr>
          <p:cNvSpPr/>
          <p:nvPr/>
        </p:nvSpPr>
        <p:spPr>
          <a:xfrm>
            <a:off x="8298838" y="1936899"/>
            <a:ext cx="1017180" cy="382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활성화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A1639E6-12C1-3240-1280-A8BF0C118DD1}"/>
              </a:ext>
            </a:extLst>
          </p:cNvPr>
          <p:cNvSpPr/>
          <p:nvPr/>
        </p:nvSpPr>
        <p:spPr>
          <a:xfrm>
            <a:off x="8298838" y="2319670"/>
            <a:ext cx="1017180" cy="382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F0000"/>
                </a:solidFill>
              </a:rPr>
              <a:t>ACTIVE</a:t>
            </a: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A77C83C-087C-934F-6559-3D6AE78186A2}"/>
              </a:ext>
            </a:extLst>
          </p:cNvPr>
          <p:cNvSpPr/>
          <p:nvPr/>
        </p:nvSpPr>
        <p:spPr>
          <a:xfrm>
            <a:off x="8298838" y="2702442"/>
            <a:ext cx="1017180" cy="382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INACTIVE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486978F-B6E9-9176-B334-5E8E78C1BCE8}"/>
              </a:ext>
            </a:extLst>
          </p:cNvPr>
          <p:cNvSpPr/>
          <p:nvPr/>
        </p:nvSpPr>
        <p:spPr>
          <a:xfrm>
            <a:off x="4997303" y="1936899"/>
            <a:ext cx="949842" cy="382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주문금액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2743426-9038-D11C-3C38-40664E334C69}"/>
              </a:ext>
            </a:extLst>
          </p:cNvPr>
          <p:cNvSpPr/>
          <p:nvPr/>
        </p:nvSpPr>
        <p:spPr>
          <a:xfrm>
            <a:off x="5947145" y="1936898"/>
            <a:ext cx="949842" cy="382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주문</a:t>
            </a:r>
            <a:r>
              <a:rPr lang="en-US" altLang="ko-KR" sz="1500">
                <a:solidFill>
                  <a:schemeClr val="tx1"/>
                </a:solidFill>
              </a:rPr>
              <a:t>PV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BD37B7D-8E1B-6EAE-5D4C-0781DF202B68}"/>
              </a:ext>
            </a:extLst>
          </p:cNvPr>
          <p:cNvSpPr/>
          <p:nvPr/>
        </p:nvSpPr>
        <p:spPr>
          <a:xfrm>
            <a:off x="6900595" y="2319668"/>
            <a:ext cx="723014" cy="382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tx1"/>
                </a:solidFill>
              </a:rPr>
              <a:t>80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01831D-99A2-581D-95D9-7145BBB02DE4}"/>
              </a:ext>
            </a:extLst>
          </p:cNvPr>
          <p:cNvSpPr/>
          <p:nvPr/>
        </p:nvSpPr>
        <p:spPr>
          <a:xfrm>
            <a:off x="6904203" y="2702442"/>
            <a:ext cx="723014" cy="382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tx1"/>
                </a:solidFill>
              </a:rPr>
              <a:t>10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4513354-4E1B-7F37-BD8A-64DA47E3651E}"/>
              </a:ext>
            </a:extLst>
          </p:cNvPr>
          <p:cNvSpPr/>
          <p:nvPr/>
        </p:nvSpPr>
        <p:spPr>
          <a:xfrm>
            <a:off x="7623674" y="1936895"/>
            <a:ext cx="723014" cy="382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상태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7A0A207-DB56-D78B-262D-3DBD38C0E692}"/>
              </a:ext>
            </a:extLst>
          </p:cNvPr>
          <p:cNvSpPr/>
          <p:nvPr/>
        </p:nvSpPr>
        <p:spPr>
          <a:xfrm>
            <a:off x="7623609" y="2319664"/>
            <a:ext cx="723014" cy="382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승인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3705820-F8CC-465B-19E0-5CCB0EEC9678}"/>
              </a:ext>
            </a:extLst>
          </p:cNvPr>
          <p:cNvSpPr/>
          <p:nvPr/>
        </p:nvSpPr>
        <p:spPr>
          <a:xfrm>
            <a:off x="7627217" y="2702438"/>
            <a:ext cx="723014" cy="382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처리중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80C20A3-E046-4A6B-93B8-6C2ECDFB116C}"/>
              </a:ext>
            </a:extLst>
          </p:cNvPr>
          <p:cNvSpPr/>
          <p:nvPr/>
        </p:nvSpPr>
        <p:spPr>
          <a:xfrm>
            <a:off x="5913476" y="1489001"/>
            <a:ext cx="1017180" cy="382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FF0000"/>
                </a:solidFill>
              </a:rPr>
              <a:t>삭제</a:t>
            </a:r>
          </a:p>
        </p:txBody>
      </p:sp>
    </p:spTree>
    <p:extLst>
      <p:ext uri="{BB962C8B-B14F-4D97-AF65-F5344CB8AC3E}">
        <p14:creationId xmlns:p14="http://schemas.microsoft.com/office/powerpoint/2010/main" val="465721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819C209-D488-E1A9-00CF-43829F48B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85" y="1247775"/>
            <a:ext cx="7124700" cy="21812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17631B-B10D-78FB-2E1A-A9CB85B27070}"/>
              </a:ext>
            </a:extLst>
          </p:cNvPr>
          <p:cNvSpPr txBox="1"/>
          <p:nvPr/>
        </p:nvSpPr>
        <p:spPr>
          <a:xfrm>
            <a:off x="237744" y="301752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보너스</a:t>
            </a:r>
            <a:r>
              <a:rPr lang="en-US" altLang="ko-KR"/>
              <a:t>&gt;</a:t>
            </a:r>
            <a:r>
              <a:rPr lang="ko-KR" altLang="en-US"/>
              <a:t>일마감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4D25B5-38E3-9F9F-AC48-5710C2CD00CE}"/>
              </a:ext>
            </a:extLst>
          </p:cNvPr>
          <p:cNvSpPr/>
          <p:nvPr/>
        </p:nvSpPr>
        <p:spPr>
          <a:xfrm>
            <a:off x="733647" y="1891820"/>
            <a:ext cx="949842" cy="382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일마감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9C84A3-48F1-1AFB-6063-1D1AABD2E0D4}"/>
              </a:ext>
            </a:extLst>
          </p:cNvPr>
          <p:cNvSpPr/>
          <p:nvPr/>
        </p:nvSpPr>
        <p:spPr>
          <a:xfrm>
            <a:off x="2427768" y="2831030"/>
            <a:ext cx="949842" cy="382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일비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E02AEA-5C70-4F58-8C99-44947F14DF93}"/>
              </a:ext>
            </a:extLst>
          </p:cNvPr>
          <p:cNvSpPr/>
          <p:nvPr/>
        </p:nvSpPr>
        <p:spPr>
          <a:xfrm>
            <a:off x="3377610" y="2833800"/>
            <a:ext cx="1531533" cy="382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도입수당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A6594C-FDC9-2931-D380-29CF08F50B6D}"/>
              </a:ext>
            </a:extLst>
          </p:cNvPr>
          <p:cNvSpPr/>
          <p:nvPr/>
        </p:nvSpPr>
        <p:spPr>
          <a:xfrm>
            <a:off x="4909143" y="2841663"/>
            <a:ext cx="1584250" cy="3827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직급수당</a:t>
            </a:r>
          </a:p>
        </p:txBody>
      </p:sp>
    </p:spTree>
    <p:extLst>
      <p:ext uri="{BB962C8B-B14F-4D97-AF65-F5344CB8AC3E}">
        <p14:creationId xmlns:p14="http://schemas.microsoft.com/office/powerpoint/2010/main" val="1836986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29690CE-5545-693D-3E06-B533E148B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16" y="235022"/>
            <a:ext cx="8642343" cy="31114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C516F2-EA39-A98C-14E8-EA8CE0869B6B}"/>
              </a:ext>
            </a:extLst>
          </p:cNvPr>
          <p:cNvSpPr txBox="1"/>
          <p:nvPr/>
        </p:nvSpPr>
        <p:spPr>
          <a:xfrm>
            <a:off x="9332534" y="3792954"/>
            <a:ext cx="13003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뉴비다 조직도 적용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A6EE6F-F26D-F9E8-0511-F0F14120E4F6}"/>
              </a:ext>
            </a:extLst>
          </p:cNvPr>
          <p:cNvSpPr txBox="1"/>
          <p:nvPr/>
        </p:nvSpPr>
        <p:spPr>
          <a:xfrm>
            <a:off x="3118104" y="1298448"/>
            <a:ext cx="923651" cy="1477328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/>
              <a:t>직급</a:t>
            </a:r>
            <a:endParaRPr lang="en-US" altLang="ko-KR"/>
          </a:p>
          <a:p>
            <a:r>
              <a:rPr lang="ko-KR" altLang="en-US"/>
              <a:t>아이디</a:t>
            </a:r>
            <a:endParaRPr lang="en-US" altLang="ko-KR"/>
          </a:p>
          <a:p>
            <a:r>
              <a:rPr lang="ko-KR" altLang="en-US"/>
              <a:t>가입일</a:t>
            </a:r>
            <a:endParaRPr lang="en-US" altLang="ko-KR"/>
          </a:p>
          <a:p>
            <a:r>
              <a:rPr lang="ko-KR" altLang="en-US"/>
              <a:t>본인</a:t>
            </a:r>
            <a:r>
              <a:rPr lang="en-US" altLang="ko-KR"/>
              <a:t>PV</a:t>
            </a:r>
          </a:p>
          <a:p>
            <a:r>
              <a:rPr lang="ko-KR" altLang="en-US"/>
              <a:t>하선</a:t>
            </a:r>
            <a:r>
              <a:rPr lang="en-US" altLang="ko-KR"/>
              <a:t>PV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D1B3AC1-C578-560E-F8BE-6D87C3EDC61C}"/>
              </a:ext>
            </a:extLst>
          </p:cNvPr>
          <p:cNvCxnSpPr/>
          <p:nvPr/>
        </p:nvCxnSpPr>
        <p:spPr>
          <a:xfrm>
            <a:off x="2121408" y="1856232"/>
            <a:ext cx="5669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722B1BC-AC57-F575-9C06-BBFF124D2A50}"/>
              </a:ext>
            </a:extLst>
          </p:cNvPr>
          <p:cNvCxnSpPr/>
          <p:nvPr/>
        </p:nvCxnSpPr>
        <p:spPr>
          <a:xfrm>
            <a:off x="2121408" y="2142744"/>
            <a:ext cx="5669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91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269</Words>
  <Application>Microsoft Office PowerPoint</Application>
  <PresentationFormat>와이드스크린</PresentationFormat>
  <Paragraphs>124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하나</dc:creator>
  <cp:lastModifiedBy>하나 김</cp:lastModifiedBy>
  <cp:revision>63</cp:revision>
  <dcterms:created xsi:type="dcterms:W3CDTF">2023-07-03T12:09:30Z</dcterms:created>
  <dcterms:modified xsi:type="dcterms:W3CDTF">2023-09-21T06:13:33Z</dcterms:modified>
</cp:coreProperties>
</file>